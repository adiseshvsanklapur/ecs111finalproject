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5F"/>
                </a:solidFill>
              </a:rPr>
              <a:t>Chain-of-Thought Prompting vs. Fine-Tuning for Table Reasoning in Small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</a:rPr>
              <a:t>ECS 111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Team: Adisesh, Amar, Nikhil, Sanjay, Anant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Motivation: Table QA Is Hard for Small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Tables are the default format for real data: medical records, finance, government data.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Answering a table question is a multi-step pipeline that must all succeed.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Understand the question, locate the right cells, pick the operation, format the answer.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A failure at any step yields a confident wrong answer.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Most published evidence for prompting and fine-tuning uses very large, expensive models.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We study the under-explored regime: small models that run for free on Colab.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When you cannot afford a 100B-parameter model, which lever helps table reasoning more: chain-of-thought prompting or supervised fine-tuning?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And just as important, where does each one break?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CoT risk: small models may copy surface patterns without the underlying logic.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Fine-tuning risk: overfitting to dataset-specific shortcuts that collapse on new formats.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Secondary theme: interpretability. CoT shows a checkable reasoning chain; fine-tuning returns only a final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tests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WikiTableQuestions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Answer a question from a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Primary (train + eval)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Filter, sort, compare, multi-hop reasoning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TabFact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True/false fact verification over a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Out-of-distribution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Generalization with zero TabFact training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Tables are serialized to text (headers first, then rows) to fit the small models' token limits. Both load from HuggingFace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Methods: Six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detail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 +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Question + table only, no examples; sets the floor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CoT 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 +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Hand-written plain-English reasoning exemplars prepended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CoT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 +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Same idea, structured step-by-step chain format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Fine-tune answers-only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Target is the final answer only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Fine-tune +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Target is a rule-based reasoning chain, then the answer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above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Evaluate on TabFact with zero TabFact training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Fine-tuning is base only; Flan-T5-large runs out of memory on a free Colab T4.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Models: Flan-T5-base (250M), fine-tuned and prompted; Flan-T5-large (780M), prompting only.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Decoding: greedy, temperature 0, for reproducibility.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Seeds: 2 fixed seeds per condition; results reported as mean and standard deviation.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Eval set: 1000 examples. Train set: 8000 examples (WTQ only; no TabFact training).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Fine-tune hyperparameters: AdamW, learning rate 3e-4, batch 8 with grad-accum 4 (effective 32), 3 epochs.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Hardware: free Google Colab T4 GPU, target under 2 hours per condition (~6 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Results: WikiTableQuestions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EM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EM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 large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0.171 ± 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0.241 ± 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0.204 ± 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0.279 ± 0.011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CoT 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0.015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0.052 ± 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0.062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0.099 ± 0.007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CoT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0.019 ± 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0.147 ± 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0.059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0.197 ± 0.011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Fine-tune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0.157 ±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n/a (OOM)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0.207 ± 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n/a (OOM)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Fine-tune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0.121 ± 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n/a (OOM)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0.158 ± 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n/a (OOM)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Exact Match and token-F1, mean over 2 seeds. Success criterion 1: best condition beats baseline by at least 5 EM points (-1.4 EM points (finetune_answers)).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Results: Generalization on TabFact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Classification accuracy on TabFact with zero TabFact training.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We transfer the two fine-tuned base models to TabFact. Large is prompt-only (fine-tuning it OOMs on a free T4), so it has no transfer checkpoint.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Baseline base, untrained floor: 0.043 ± 0.000.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Fine-tune answers: 0.003 ± 0.001.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Fine-tune traces: 0.002 ± 0.001.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Success criterion 2: does any condition reach at least 60% on TabFact? Best is 0.003.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Every wrong answer is labeled by failure type.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Lookup: failed to find the right cell. Share of errors: 29%.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Aggregation: failed at sum, count, max, or similar. Share: 57%.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– Multi-hop: failed to chain multiple steps. Share: 14%.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Headline comparison validated with McNemar's test on paired predictions: p = p = 0.000 (cot_structured vs finetune_answers, seed 13).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Reasoning-chain quality: 100 sampled chains, two raters, 0/1/2 scale; agreement Cohen's kappa = 0.784.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Limitations and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Fine-tuning was limited to the base model; large ran out of memory on a free T4.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Two seeds give a rough variance estimate, not a tight confidence interval.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Table serialization to text loses some structure compared to native table encoders.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Rule-based reasoning traces cover unambiguous derivations, not every question type.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Takeaway: at this model size, prompting and fine-tuning trade off differently between in-distribution accuracy and out-of-distribution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Conclusion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A controlled comparison of CoT prompting and fine-tuning at 250M and 780M parameters under strict free-Colab limits.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A cross-dataset generalization test: train on WTQ, evaluate on TabFact with zero TabFact training.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An error-type breakdown (lookup, aggregation, multi-hop) plus McNemar and Cohen's kappa.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Fully reproducible: fixed seeds, greedy decoding, and notebooks that run end to end.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Team: Adisesh, Amar, Nikhil, Sanjay, Anant.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